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9"/>
  </p:notesMasterIdLst>
  <p:sldIdLst>
    <p:sldId id="256" r:id="rId2"/>
    <p:sldId id="277" r:id="rId3"/>
    <p:sldId id="278" r:id="rId4"/>
    <p:sldId id="279" r:id="rId5"/>
    <p:sldId id="282" r:id="rId6"/>
    <p:sldId id="301" r:id="rId7"/>
    <p:sldId id="292" r:id="rId8"/>
    <p:sldId id="293" r:id="rId9"/>
    <p:sldId id="294" r:id="rId10"/>
    <p:sldId id="296" r:id="rId11"/>
    <p:sldId id="295" r:id="rId12"/>
    <p:sldId id="297" r:id="rId13"/>
    <p:sldId id="291" r:id="rId14"/>
    <p:sldId id="298" r:id="rId15"/>
    <p:sldId id="290" r:id="rId16"/>
    <p:sldId id="287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73"/>
    <p:restoredTop sz="94290"/>
  </p:normalViewPr>
  <p:slideViewPr>
    <p:cSldViewPr snapToGrid="0">
      <p:cViewPr varScale="1">
        <p:scale>
          <a:sx n="59" d="100"/>
          <a:sy n="59" d="100"/>
        </p:scale>
        <p:origin x="1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21B6D9-216A-4046-B16C-F8D817C6900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C53743-8F15-407E-BC57-22DBBE50CB6C}">
      <dgm:prSet/>
      <dgm:spPr/>
      <dgm:t>
        <a:bodyPr/>
        <a:lstStyle/>
        <a:p>
          <a:r>
            <a:rPr lang="en-US" dirty="0"/>
            <a:t>1)Singleton Pattern </a:t>
          </a:r>
        </a:p>
      </dgm:t>
    </dgm:pt>
    <dgm:pt modelId="{81A70D8D-AFA5-456B-9D13-9103C7874B42}" type="parTrans" cxnId="{0120E887-AF8E-4DFD-A7C9-A8DCA90FCCAB}">
      <dgm:prSet/>
      <dgm:spPr/>
      <dgm:t>
        <a:bodyPr/>
        <a:lstStyle/>
        <a:p>
          <a:endParaRPr lang="en-US"/>
        </a:p>
      </dgm:t>
    </dgm:pt>
    <dgm:pt modelId="{C2FD7692-ACD6-4A7B-BF4E-082C3C326A77}" type="sibTrans" cxnId="{0120E887-AF8E-4DFD-A7C9-A8DCA90FCCAB}">
      <dgm:prSet/>
      <dgm:spPr/>
      <dgm:t>
        <a:bodyPr/>
        <a:lstStyle/>
        <a:p>
          <a:endParaRPr lang="en-US"/>
        </a:p>
      </dgm:t>
    </dgm:pt>
    <dgm:pt modelId="{5389197E-A3D6-48FB-841A-72579FB6CB31}">
      <dgm:prSet/>
      <dgm:spPr/>
      <dgm:t>
        <a:bodyPr/>
        <a:lstStyle/>
        <a:p>
          <a:r>
            <a:rPr lang="en-US" dirty="0"/>
            <a:t>2)Observer Pattern </a:t>
          </a:r>
        </a:p>
      </dgm:t>
    </dgm:pt>
    <dgm:pt modelId="{AB931D9C-980C-4E5B-A9B5-CD30DF6D646E}" type="parTrans" cxnId="{BBFC9C21-DF91-4D42-8A82-FBF616AB4BCF}">
      <dgm:prSet/>
      <dgm:spPr/>
      <dgm:t>
        <a:bodyPr/>
        <a:lstStyle/>
        <a:p>
          <a:endParaRPr lang="en-US"/>
        </a:p>
      </dgm:t>
    </dgm:pt>
    <dgm:pt modelId="{1ED7A598-E006-4565-AE93-29F95BE86C5B}" type="sibTrans" cxnId="{BBFC9C21-DF91-4D42-8A82-FBF616AB4BCF}">
      <dgm:prSet/>
      <dgm:spPr/>
      <dgm:t>
        <a:bodyPr/>
        <a:lstStyle/>
        <a:p>
          <a:endParaRPr lang="en-US"/>
        </a:p>
      </dgm:t>
    </dgm:pt>
    <dgm:pt modelId="{D0F24EB4-949A-445E-AF1D-D407715CEFC8}">
      <dgm:prSet/>
      <dgm:spPr/>
      <dgm:t>
        <a:bodyPr/>
        <a:lstStyle/>
        <a:p>
          <a:r>
            <a:rPr lang="en-US" dirty="0"/>
            <a:t>3)Factory Method </a:t>
          </a:r>
        </a:p>
      </dgm:t>
    </dgm:pt>
    <dgm:pt modelId="{F02F2337-B7FB-4823-8944-B5DB93E555A0}" type="parTrans" cxnId="{04CDA4C7-48FC-4A69-A936-712E846CE895}">
      <dgm:prSet/>
      <dgm:spPr/>
      <dgm:t>
        <a:bodyPr/>
        <a:lstStyle/>
        <a:p>
          <a:endParaRPr lang="en-US"/>
        </a:p>
      </dgm:t>
    </dgm:pt>
    <dgm:pt modelId="{5E671000-98B5-4AAF-AE89-A72DB383E11B}" type="sibTrans" cxnId="{04CDA4C7-48FC-4A69-A936-712E846CE895}">
      <dgm:prSet/>
      <dgm:spPr/>
      <dgm:t>
        <a:bodyPr/>
        <a:lstStyle/>
        <a:p>
          <a:endParaRPr lang="en-US"/>
        </a:p>
      </dgm:t>
    </dgm:pt>
    <dgm:pt modelId="{56421E12-5500-4518-A748-8FA255FE9C86}">
      <dgm:prSet/>
      <dgm:spPr/>
      <dgm:t>
        <a:bodyPr/>
        <a:lstStyle/>
        <a:p>
          <a:r>
            <a:rPr lang="en-US" dirty="0"/>
            <a:t>4)Strategy Pattern </a:t>
          </a:r>
        </a:p>
      </dgm:t>
    </dgm:pt>
    <dgm:pt modelId="{E3811BC5-DDF2-4CEA-969C-F2D9CB848F9D}" type="parTrans" cxnId="{44180622-45AA-4737-9426-C35A915A5315}">
      <dgm:prSet/>
      <dgm:spPr/>
      <dgm:t>
        <a:bodyPr/>
        <a:lstStyle/>
        <a:p>
          <a:endParaRPr lang="en-US"/>
        </a:p>
      </dgm:t>
    </dgm:pt>
    <dgm:pt modelId="{561DFBDD-5734-46D0-B0E8-BF7DF4FD076F}" type="sibTrans" cxnId="{44180622-45AA-4737-9426-C35A915A5315}">
      <dgm:prSet/>
      <dgm:spPr/>
      <dgm:t>
        <a:bodyPr/>
        <a:lstStyle/>
        <a:p>
          <a:endParaRPr lang="en-US"/>
        </a:p>
      </dgm:t>
    </dgm:pt>
    <dgm:pt modelId="{03AC7B70-89FD-4340-822B-CD95C7D64A29}">
      <dgm:prSet/>
      <dgm:spPr/>
      <dgm:t>
        <a:bodyPr/>
        <a:lstStyle/>
        <a:p>
          <a:r>
            <a:rPr lang="en-US" dirty="0"/>
            <a:t>5)Decorator Pattern</a:t>
          </a:r>
        </a:p>
      </dgm:t>
    </dgm:pt>
    <dgm:pt modelId="{EBD4A3BB-F4AC-4A0D-9D62-07E16151CEEB}" type="parTrans" cxnId="{632CA22A-61A3-48CD-961A-044D372C093A}">
      <dgm:prSet/>
      <dgm:spPr/>
      <dgm:t>
        <a:bodyPr/>
        <a:lstStyle/>
        <a:p>
          <a:endParaRPr lang="en-US"/>
        </a:p>
      </dgm:t>
    </dgm:pt>
    <dgm:pt modelId="{794C003D-1FB6-4B8B-8338-ACB6F64C65A1}" type="sibTrans" cxnId="{632CA22A-61A3-48CD-961A-044D372C093A}">
      <dgm:prSet/>
      <dgm:spPr/>
      <dgm:t>
        <a:bodyPr/>
        <a:lstStyle/>
        <a:p>
          <a:endParaRPr lang="en-US"/>
        </a:p>
      </dgm:t>
    </dgm:pt>
    <dgm:pt modelId="{1BFC75EA-69E1-477B-AA79-E6D3E6CC1FDD}">
      <dgm:prSet/>
      <dgm:spPr/>
      <dgm:t>
        <a:bodyPr/>
        <a:lstStyle/>
        <a:p>
          <a:r>
            <a:rPr lang="en-US" b="1" dirty="0"/>
            <a:t>6)Composite Pattern</a:t>
          </a:r>
          <a:endParaRPr lang="en-US" dirty="0"/>
        </a:p>
      </dgm:t>
    </dgm:pt>
    <dgm:pt modelId="{378A13F8-EA6F-4060-A66E-4E271EB50A61}" type="parTrans" cxnId="{7B640E09-CAAB-41A7-9AD3-37AA0E1B325B}">
      <dgm:prSet/>
      <dgm:spPr/>
      <dgm:t>
        <a:bodyPr/>
        <a:lstStyle/>
        <a:p>
          <a:endParaRPr lang="en-US"/>
        </a:p>
      </dgm:t>
    </dgm:pt>
    <dgm:pt modelId="{564F4AF4-282D-4E7E-B7A3-166F3B2F6806}" type="sibTrans" cxnId="{7B640E09-CAAB-41A7-9AD3-37AA0E1B325B}">
      <dgm:prSet/>
      <dgm:spPr/>
      <dgm:t>
        <a:bodyPr/>
        <a:lstStyle/>
        <a:p>
          <a:endParaRPr lang="en-US"/>
        </a:p>
      </dgm:t>
    </dgm:pt>
    <dgm:pt modelId="{BD66D7E4-B71E-A949-B32C-C173CA3FD253}" type="pres">
      <dgm:prSet presAssocID="{B621B6D9-216A-4046-B16C-F8D817C69004}" presName="diagram" presStyleCnt="0">
        <dgm:presLayoutVars>
          <dgm:dir/>
          <dgm:resizeHandles val="exact"/>
        </dgm:presLayoutVars>
      </dgm:prSet>
      <dgm:spPr/>
    </dgm:pt>
    <dgm:pt modelId="{2E288E9F-0702-AE46-A8C5-7E0FF25D2631}" type="pres">
      <dgm:prSet presAssocID="{5BC53743-8F15-407E-BC57-22DBBE50CB6C}" presName="node" presStyleLbl="node1" presStyleIdx="0" presStyleCnt="6">
        <dgm:presLayoutVars>
          <dgm:bulletEnabled val="1"/>
        </dgm:presLayoutVars>
      </dgm:prSet>
      <dgm:spPr/>
    </dgm:pt>
    <dgm:pt modelId="{FFECCF95-6331-AF4C-9EE1-F58AC9468692}" type="pres">
      <dgm:prSet presAssocID="{C2FD7692-ACD6-4A7B-BF4E-082C3C326A77}" presName="sibTrans" presStyleCnt="0"/>
      <dgm:spPr/>
    </dgm:pt>
    <dgm:pt modelId="{624244FD-A98E-7643-A2D2-4DB7993E8D9B}" type="pres">
      <dgm:prSet presAssocID="{5389197E-A3D6-48FB-841A-72579FB6CB31}" presName="node" presStyleLbl="node1" presStyleIdx="1" presStyleCnt="6">
        <dgm:presLayoutVars>
          <dgm:bulletEnabled val="1"/>
        </dgm:presLayoutVars>
      </dgm:prSet>
      <dgm:spPr/>
    </dgm:pt>
    <dgm:pt modelId="{7465C27C-B263-9B4C-9809-5248A38A60AF}" type="pres">
      <dgm:prSet presAssocID="{1ED7A598-E006-4565-AE93-29F95BE86C5B}" presName="sibTrans" presStyleCnt="0"/>
      <dgm:spPr/>
    </dgm:pt>
    <dgm:pt modelId="{771A1B49-9617-974B-B3C1-953F84C7A4B4}" type="pres">
      <dgm:prSet presAssocID="{D0F24EB4-949A-445E-AF1D-D407715CEFC8}" presName="node" presStyleLbl="node1" presStyleIdx="2" presStyleCnt="6">
        <dgm:presLayoutVars>
          <dgm:bulletEnabled val="1"/>
        </dgm:presLayoutVars>
      </dgm:prSet>
      <dgm:spPr/>
    </dgm:pt>
    <dgm:pt modelId="{34C92A74-090B-2244-9ADE-7487ED01BEB6}" type="pres">
      <dgm:prSet presAssocID="{5E671000-98B5-4AAF-AE89-A72DB383E11B}" presName="sibTrans" presStyleCnt="0"/>
      <dgm:spPr/>
    </dgm:pt>
    <dgm:pt modelId="{8AA356C8-F8FB-3347-A73B-E7D9D298E3E5}" type="pres">
      <dgm:prSet presAssocID="{56421E12-5500-4518-A748-8FA255FE9C86}" presName="node" presStyleLbl="node1" presStyleIdx="3" presStyleCnt="6">
        <dgm:presLayoutVars>
          <dgm:bulletEnabled val="1"/>
        </dgm:presLayoutVars>
      </dgm:prSet>
      <dgm:spPr/>
    </dgm:pt>
    <dgm:pt modelId="{76346F9B-CE5F-B348-8FEE-4820C46DC5CA}" type="pres">
      <dgm:prSet presAssocID="{561DFBDD-5734-46D0-B0E8-BF7DF4FD076F}" presName="sibTrans" presStyleCnt="0"/>
      <dgm:spPr/>
    </dgm:pt>
    <dgm:pt modelId="{76465C96-5BC1-BD4E-8AD7-0458606FC56E}" type="pres">
      <dgm:prSet presAssocID="{03AC7B70-89FD-4340-822B-CD95C7D64A29}" presName="node" presStyleLbl="node1" presStyleIdx="4" presStyleCnt="6">
        <dgm:presLayoutVars>
          <dgm:bulletEnabled val="1"/>
        </dgm:presLayoutVars>
      </dgm:prSet>
      <dgm:spPr/>
    </dgm:pt>
    <dgm:pt modelId="{60C4EFE7-CA24-FE41-87BD-75B4D064A469}" type="pres">
      <dgm:prSet presAssocID="{794C003D-1FB6-4B8B-8338-ACB6F64C65A1}" presName="sibTrans" presStyleCnt="0"/>
      <dgm:spPr/>
    </dgm:pt>
    <dgm:pt modelId="{3D4FFFBB-2039-CB43-81BD-ACB680C156B4}" type="pres">
      <dgm:prSet presAssocID="{1BFC75EA-69E1-477B-AA79-E6D3E6CC1FDD}" presName="node" presStyleLbl="node1" presStyleIdx="5" presStyleCnt="6">
        <dgm:presLayoutVars>
          <dgm:bulletEnabled val="1"/>
        </dgm:presLayoutVars>
      </dgm:prSet>
      <dgm:spPr/>
    </dgm:pt>
  </dgm:ptLst>
  <dgm:cxnLst>
    <dgm:cxn modelId="{7B934501-B8D8-8A43-A8FD-6A6629511DDB}" type="presOf" srcId="{56421E12-5500-4518-A748-8FA255FE9C86}" destId="{8AA356C8-F8FB-3347-A73B-E7D9D298E3E5}" srcOrd="0" destOrd="0" presId="urn:microsoft.com/office/officeart/2005/8/layout/default"/>
    <dgm:cxn modelId="{CD262402-A11F-5B4D-85F7-DEEBE90C5DE2}" type="presOf" srcId="{D0F24EB4-949A-445E-AF1D-D407715CEFC8}" destId="{771A1B49-9617-974B-B3C1-953F84C7A4B4}" srcOrd="0" destOrd="0" presId="urn:microsoft.com/office/officeart/2005/8/layout/default"/>
    <dgm:cxn modelId="{7B640E09-CAAB-41A7-9AD3-37AA0E1B325B}" srcId="{B621B6D9-216A-4046-B16C-F8D817C69004}" destId="{1BFC75EA-69E1-477B-AA79-E6D3E6CC1FDD}" srcOrd="5" destOrd="0" parTransId="{378A13F8-EA6F-4060-A66E-4E271EB50A61}" sibTransId="{564F4AF4-282D-4E7E-B7A3-166F3B2F6806}"/>
    <dgm:cxn modelId="{BBFC9C21-DF91-4D42-8A82-FBF616AB4BCF}" srcId="{B621B6D9-216A-4046-B16C-F8D817C69004}" destId="{5389197E-A3D6-48FB-841A-72579FB6CB31}" srcOrd="1" destOrd="0" parTransId="{AB931D9C-980C-4E5B-A9B5-CD30DF6D646E}" sibTransId="{1ED7A598-E006-4565-AE93-29F95BE86C5B}"/>
    <dgm:cxn modelId="{44180622-45AA-4737-9426-C35A915A5315}" srcId="{B621B6D9-216A-4046-B16C-F8D817C69004}" destId="{56421E12-5500-4518-A748-8FA255FE9C86}" srcOrd="3" destOrd="0" parTransId="{E3811BC5-DDF2-4CEA-969C-F2D9CB848F9D}" sibTransId="{561DFBDD-5734-46D0-B0E8-BF7DF4FD076F}"/>
    <dgm:cxn modelId="{632CA22A-61A3-48CD-961A-044D372C093A}" srcId="{B621B6D9-216A-4046-B16C-F8D817C69004}" destId="{03AC7B70-89FD-4340-822B-CD95C7D64A29}" srcOrd="4" destOrd="0" parTransId="{EBD4A3BB-F4AC-4A0D-9D62-07E16151CEEB}" sibTransId="{794C003D-1FB6-4B8B-8338-ACB6F64C65A1}"/>
    <dgm:cxn modelId="{0120E887-AF8E-4DFD-A7C9-A8DCA90FCCAB}" srcId="{B621B6D9-216A-4046-B16C-F8D817C69004}" destId="{5BC53743-8F15-407E-BC57-22DBBE50CB6C}" srcOrd="0" destOrd="0" parTransId="{81A70D8D-AFA5-456B-9D13-9103C7874B42}" sibTransId="{C2FD7692-ACD6-4A7B-BF4E-082C3C326A77}"/>
    <dgm:cxn modelId="{9B046F8F-D728-9445-A235-3A37472CA5BF}" type="presOf" srcId="{1BFC75EA-69E1-477B-AA79-E6D3E6CC1FDD}" destId="{3D4FFFBB-2039-CB43-81BD-ACB680C156B4}" srcOrd="0" destOrd="0" presId="urn:microsoft.com/office/officeart/2005/8/layout/default"/>
    <dgm:cxn modelId="{57709A93-F9C2-6146-88F7-29B1247DF504}" type="presOf" srcId="{B621B6D9-216A-4046-B16C-F8D817C69004}" destId="{BD66D7E4-B71E-A949-B32C-C173CA3FD253}" srcOrd="0" destOrd="0" presId="urn:microsoft.com/office/officeart/2005/8/layout/default"/>
    <dgm:cxn modelId="{023BB0B5-7FC9-2E4F-94C2-D7DAA0D465D5}" type="presOf" srcId="{5BC53743-8F15-407E-BC57-22DBBE50CB6C}" destId="{2E288E9F-0702-AE46-A8C5-7E0FF25D2631}" srcOrd="0" destOrd="0" presId="urn:microsoft.com/office/officeart/2005/8/layout/default"/>
    <dgm:cxn modelId="{903FA9C3-5B91-9C4C-829A-F06C936C49CB}" type="presOf" srcId="{5389197E-A3D6-48FB-841A-72579FB6CB31}" destId="{624244FD-A98E-7643-A2D2-4DB7993E8D9B}" srcOrd="0" destOrd="0" presId="urn:microsoft.com/office/officeart/2005/8/layout/default"/>
    <dgm:cxn modelId="{04CDA4C7-48FC-4A69-A936-712E846CE895}" srcId="{B621B6D9-216A-4046-B16C-F8D817C69004}" destId="{D0F24EB4-949A-445E-AF1D-D407715CEFC8}" srcOrd="2" destOrd="0" parTransId="{F02F2337-B7FB-4823-8944-B5DB93E555A0}" sibTransId="{5E671000-98B5-4AAF-AE89-A72DB383E11B}"/>
    <dgm:cxn modelId="{7713AFE9-8E86-BC44-8120-3F043C35E0CA}" type="presOf" srcId="{03AC7B70-89FD-4340-822B-CD95C7D64A29}" destId="{76465C96-5BC1-BD4E-8AD7-0458606FC56E}" srcOrd="0" destOrd="0" presId="urn:microsoft.com/office/officeart/2005/8/layout/default"/>
    <dgm:cxn modelId="{C4A9EE65-3152-0040-8757-FCC1FB2F6791}" type="presParOf" srcId="{BD66D7E4-B71E-A949-B32C-C173CA3FD253}" destId="{2E288E9F-0702-AE46-A8C5-7E0FF25D2631}" srcOrd="0" destOrd="0" presId="urn:microsoft.com/office/officeart/2005/8/layout/default"/>
    <dgm:cxn modelId="{AE390C8C-EC19-CB44-B63F-CBD9FC7491F4}" type="presParOf" srcId="{BD66D7E4-B71E-A949-B32C-C173CA3FD253}" destId="{FFECCF95-6331-AF4C-9EE1-F58AC9468692}" srcOrd="1" destOrd="0" presId="urn:microsoft.com/office/officeart/2005/8/layout/default"/>
    <dgm:cxn modelId="{D218EBB9-2A1D-1F42-85D9-E481C784B47C}" type="presParOf" srcId="{BD66D7E4-B71E-A949-B32C-C173CA3FD253}" destId="{624244FD-A98E-7643-A2D2-4DB7993E8D9B}" srcOrd="2" destOrd="0" presId="urn:microsoft.com/office/officeart/2005/8/layout/default"/>
    <dgm:cxn modelId="{3419DBC9-7F6E-634B-AFE9-975D6F12952C}" type="presParOf" srcId="{BD66D7E4-B71E-A949-B32C-C173CA3FD253}" destId="{7465C27C-B263-9B4C-9809-5248A38A60AF}" srcOrd="3" destOrd="0" presId="urn:microsoft.com/office/officeart/2005/8/layout/default"/>
    <dgm:cxn modelId="{3AC0130F-43B2-E44B-8BE8-6B130EF57F77}" type="presParOf" srcId="{BD66D7E4-B71E-A949-B32C-C173CA3FD253}" destId="{771A1B49-9617-974B-B3C1-953F84C7A4B4}" srcOrd="4" destOrd="0" presId="urn:microsoft.com/office/officeart/2005/8/layout/default"/>
    <dgm:cxn modelId="{E81BF579-F6D1-5948-8DB9-352B9AB26070}" type="presParOf" srcId="{BD66D7E4-B71E-A949-B32C-C173CA3FD253}" destId="{34C92A74-090B-2244-9ADE-7487ED01BEB6}" srcOrd="5" destOrd="0" presId="urn:microsoft.com/office/officeart/2005/8/layout/default"/>
    <dgm:cxn modelId="{9BEC03D0-7ACD-034D-8CCD-CB7DD7CFFC45}" type="presParOf" srcId="{BD66D7E4-B71E-A949-B32C-C173CA3FD253}" destId="{8AA356C8-F8FB-3347-A73B-E7D9D298E3E5}" srcOrd="6" destOrd="0" presId="urn:microsoft.com/office/officeart/2005/8/layout/default"/>
    <dgm:cxn modelId="{9635F21C-7304-4642-A122-8F0B611869F5}" type="presParOf" srcId="{BD66D7E4-B71E-A949-B32C-C173CA3FD253}" destId="{76346F9B-CE5F-B348-8FEE-4820C46DC5CA}" srcOrd="7" destOrd="0" presId="urn:microsoft.com/office/officeart/2005/8/layout/default"/>
    <dgm:cxn modelId="{656A4696-084D-224F-BB10-BCFF3786ED54}" type="presParOf" srcId="{BD66D7E4-B71E-A949-B32C-C173CA3FD253}" destId="{76465C96-5BC1-BD4E-8AD7-0458606FC56E}" srcOrd="8" destOrd="0" presId="urn:microsoft.com/office/officeart/2005/8/layout/default"/>
    <dgm:cxn modelId="{1E42BC82-551E-DC4A-B62F-0227FCF513D4}" type="presParOf" srcId="{BD66D7E4-B71E-A949-B32C-C173CA3FD253}" destId="{60C4EFE7-CA24-FE41-87BD-75B4D064A469}" srcOrd="9" destOrd="0" presId="urn:microsoft.com/office/officeart/2005/8/layout/default"/>
    <dgm:cxn modelId="{C1216A18-08D9-374D-B02F-620AA609BD03}" type="presParOf" srcId="{BD66D7E4-B71E-A949-B32C-C173CA3FD253}" destId="{3D4FFFBB-2039-CB43-81BD-ACB680C156B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88E9F-0702-AE46-A8C5-7E0FF25D2631}">
      <dsp:nvSpPr>
        <dsp:cNvPr id="0" name=""/>
        <dsp:cNvSpPr/>
      </dsp:nvSpPr>
      <dsp:spPr>
        <a:xfrm>
          <a:off x="48310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1)Singleton Pattern </a:t>
          </a:r>
        </a:p>
      </dsp:txBody>
      <dsp:txXfrm>
        <a:off x="48310" y="516"/>
        <a:ext cx="2385345" cy="1431207"/>
      </dsp:txXfrm>
    </dsp:sp>
    <dsp:sp modelId="{624244FD-A98E-7643-A2D2-4DB7993E8D9B}">
      <dsp:nvSpPr>
        <dsp:cNvPr id="0" name=""/>
        <dsp:cNvSpPr/>
      </dsp:nvSpPr>
      <dsp:spPr>
        <a:xfrm>
          <a:off x="2672191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2)Observer Pattern </a:t>
          </a:r>
        </a:p>
      </dsp:txBody>
      <dsp:txXfrm>
        <a:off x="2672191" y="516"/>
        <a:ext cx="2385345" cy="1431207"/>
      </dsp:txXfrm>
    </dsp:sp>
    <dsp:sp modelId="{771A1B49-9617-974B-B3C1-953F84C7A4B4}">
      <dsp:nvSpPr>
        <dsp:cNvPr id="0" name=""/>
        <dsp:cNvSpPr/>
      </dsp:nvSpPr>
      <dsp:spPr>
        <a:xfrm>
          <a:off x="5296071" y="516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3)Factory Method </a:t>
          </a:r>
        </a:p>
      </dsp:txBody>
      <dsp:txXfrm>
        <a:off x="5296071" y="516"/>
        <a:ext cx="2385345" cy="1431207"/>
      </dsp:txXfrm>
    </dsp:sp>
    <dsp:sp modelId="{8AA356C8-F8FB-3347-A73B-E7D9D298E3E5}">
      <dsp:nvSpPr>
        <dsp:cNvPr id="0" name=""/>
        <dsp:cNvSpPr/>
      </dsp:nvSpPr>
      <dsp:spPr>
        <a:xfrm>
          <a:off x="48310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4)Strategy Pattern </a:t>
          </a:r>
        </a:p>
      </dsp:txBody>
      <dsp:txXfrm>
        <a:off x="48310" y="1670258"/>
        <a:ext cx="2385345" cy="1431207"/>
      </dsp:txXfrm>
    </dsp:sp>
    <dsp:sp modelId="{76465C96-5BC1-BD4E-8AD7-0458606FC56E}">
      <dsp:nvSpPr>
        <dsp:cNvPr id="0" name=""/>
        <dsp:cNvSpPr/>
      </dsp:nvSpPr>
      <dsp:spPr>
        <a:xfrm>
          <a:off x="2672191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5)Decorator Pattern</a:t>
          </a:r>
        </a:p>
      </dsp:txBody>
      <dsp:txXfrm>
        <a:off x="2672191" y="1670258"/>
        <a:ext cx="2385345" cy="1431207"/>
      </dsp:txXfrm>
    </dsp:sp>
    <dsp:sp modelId="{3D4FFFBB-2039-CB43-81BD-ACB680C156B4}">
      <dsp:nvSpPr>
        <dsp:cNvPr id="0" name=""/>
        <dsp:cNvSpPr/>
      </dsp:nvSpPr>
      <dsp:spPr>
        <a:xfrm>
          <a:off x="5296071" y="1670258"/>
          <a:ext cx="2385345" cy="14312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6)Composite Pattern</a:t>
          </a:r>
          <a:endParaRPr lang="en-US" sz="2800" kern="1200" dirty="0"/>
        </a:p>
      </dsp:txBody>
      <dsp:txXfrm>
        <a:off x="5296071" y="1670258"/>
        <a:ext cx="2385345" cy="14312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7E89F-5C17-7041-A2CF-BE2546798B02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6E2FE-CEF6-CF4C-8B60-63381CA3DA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6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5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1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7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2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0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3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46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4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945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95B0DF64-A563-75E8-A882-E5EECD8460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644" b="1086"/>
          <a:stretch/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C4A68F-AF97-7F3D-84BA-95980B8F1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38CED-53F0-B030-37E2-0DD69EBC5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21" name="Picture 20" descr="A ship in the water with a full moon in the background&#10;&#10;AI-generated content may be incorrect.">
            <a:extLst>
              <a:ext uri="{FF2B5EF4-FFF2-40B4-BE49-F238E27FC236}">
                <a16:creationId xmlns:a16="http://schemas.microsoft.com/office/drawing/2014/main" id="{DB320F0D-E633-6D10-69DE-74C05DBF3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"/>
            <a:ext cx="12192000" cy="68580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EC3B13-7842-E0CA-341E-AC7128B6569E}"/>
              </a:ext>
            </a:extLst>
          </p:cNvPr>
          <p:cNvSpPr txBox="1"/>
          <p:nvPr/>
        </p:nvSpPr>
        <p:spPr>
          <a:xfrm>
            <a:off x="8468139" y="3068185"/>
            <a:ext cx="4241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Presented By:</a:t>
            </a:r>
            <a:br>
              <a:rPr lang="en-US" dirty="0">
                <a:solidFill>
                  <a:srgbClr val="FFFF00"/>
                </a:solidFill>
              </a:rPr>
            </a:b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                                  Lavanya Neela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                                  Navya Sree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32613-4CEC-6CCF-ECE9-79FEB5C23B0E}"/>
              </a:ext>
            </a:extLst>
          </p:cNvPr>
          <p:cNvSpPr txBox="1"/>
          <p:nvPr/>
        </p:nvSpPr>
        <p:spPr>
          <a:xfrm>
            <a:off x="3425686" y="502861"/>
            <a:ext cx="5844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Christopher Columbus Adventure</a:t>
            </a:r>
          </a:p>
        </p:txBody>
      </p:sp>
    </p:spTree>
    <p:extLst>
      <p:ext uri="{BB962C8B-B14F-4D97-AF65-F5344CB8AC3E}">
        <p14:creationId xmlns:p14="http://schemas.microsoft.com/office/powerpoint/2010/main" val="4173200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096A3-CA33-D83A-B679-AF81D30D56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B31B63-0DE1-788B-D889-C679DF09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4" y="728870"/>
            <a:ext cx="3545931" cy="1368871"/>
          </a:xfrm>
          <a:noFill/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Abstract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3800" dirty="0">
              <a:solidFill>
                <a:srgbClr val="26262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93C5D-0F20-B5DB-0294-72D8392ED965}"/>
              </a:ext>
            </a:extLst>
          </p:cNvPr>
          <p:cNvSpPr txBox="1"/>
          <p:nvPr/>
        </p:nvSpPr>
        <p:spPr>
          <a:xfrm>
            <a:off x="2001079" y="2551837"/>
            <a:ext cx="90512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Christopher Columbus Adventure is a client-server based game where players navigate Columbus across a dynamically generated ocean grid, avoiding pirate ships and sea monsters to discover hidden treasure. Built using Java and React.js, this project demonstrates modular design, application of design patterns, and real-time interaction through REST APIs.</a:t>
            </a:r>
          </a:p>
        </p:txBody>
      </p:sp>
    </p:spTree>
    <p:extLst>
      <p:ext uri="{BB962C8B-B14F-4D97-AF65-F5344CB8AC3E}">
        <p14:creationId xmlns:p14="http://schemas.microsoft.com/office/powerpoint/2010/main" val="133348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CE06-4268-55D0-0D62-CEEAE006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A7C5B3-E4AD-9562-F77A-15F4B5D79F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3D9D85-8E64-B98A-BDBF-AF6BC5DA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3" y="112944"/>
            <a:ext cx="7765774" cy="1397804"/>
          </a:xfrm>
          <a:noFill/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Software Requirements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3800" dirty="0">
              <a:solidFill>
                <a:srgbClr val="26262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7F6EA-280D-951E-3522-8465FA674729}"/>
              </a:ext>
            </a:extLst>
          </p:cNvPr>
          <p:cNvSpPr txBox="1"/>
          <p:nvPr/>
        </p:nvSpPr>
        <p:spPr>
          <a:xfrm>
            <a:off x="901149" y="1900065"/>
            <a:ext cx="919700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Functional Requirements: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Dynamic larger ocean grid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Treasure searching and win 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Smarter pirate movement strategies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Non Functional Requirements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Clear client-server separation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Modular and scalable multi-class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Correct usage of 5 design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00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9ADC-11C1-0F14-62CB-735D4731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C1449-3EFA-3463-FC29-29B754FC76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A55A23-DFB8-7BF7-33D2-C526CC0E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3776"/>
            <a:ext cx="8799444" cy="993475"/>
          </a:xfrm>
          <a:noFill/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FRONTend and backend tools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CA9DA-CEA7-4EF1-F3EC-6F9167A56E9D}"/>
              </a:ext>
            </a:extLst>
          </p:cNvPr>
          <p:cNvSpPr txBox="1"/>
          <p:nvPr/>
        </p:nvSpPr>
        <p:spPr>
          <a:xfrm>
            <a:off x="609600" y="2160232"/>
            <a:ext cx="94885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FrontEnd :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AAF0C-12FF-4259-6E78-6A4942AA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88" y="2849745"/>
            <a:ext cx="1482634" cy="833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BF217-F3CD-A772-6637-32F1C29B3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964" y="3917455"/>
            <a:ext cx="1481692" cy="833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3CE27-58DE-BD76-80C9-8E2A28FF5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26" y="4684941"/>
            <a:ext cx="1044557" cy="10445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E4F64-1E71-D7CE-FFA0-8B69DB48E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092" y="3146846"/>
            <a:ext cx="1345642" cy="1345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BBDF7-4DF1-FF3F-AD5E-1C411A041D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8776" y="4644300"/>
            <a:ext cx="1590868" cy="894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5E56A9-9B0F-98E6-632C-7C8821A45208}"/>
              </a:ext>
            </a:extLst>
          </p:cNvPr>
          <p:cNvSpPr txBox="1"/>
          <p:nvPr/>
        </p:nvSpPr>
        <p:spPr>
          <a:xfrm>
            <a:off x="6353756" y="2191837"/>
            <a:ext cx="2199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BackEnd:</a:t>
            </a:r>
          </a:p>
        </p:txBody>
      </p:sp>
    </p:spTree>
    <p:extLst>
      <p:ext uri="{BB962C8B-B14F-4D97-AF65-F5344CB8AC3E}">
        <p14:creationId xmlns:p14="http://schemas.microsoft.com/office/powerpoint/2010/main" val="165116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F4BF-663B-EC78-7253-5BD02E93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57593-5576-7468-83F7-616A34AF09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736C5-CA0E-7DB8-1292-FA4116D6D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3" y="516834"/>
            <a:ext cx="11357113" cy="477079"/>
          </a:xfrm>
          <a:noFill/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Improved Architecture (Industrial Standard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E39600-7DA5-565F-EEB0-5E7F472533BC}"/>
              </a:ext>
            </a:extLst>
          </p:cNvPr>
          <p:cNvSpPr/>
          <p:nvPr/>
        </p:nvSpPr>
        <p:spPr>
          <a:xfrm>
            <a:off x="2822703" y="1603152"/>
            <a:ext cx="548640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Frontend Layer</a:t>
            </a:r>
          </a:p>
          <a:p>
            <a:r>
              <a:rPr dirty="0"/>
              <a:t>(React.js, TypeScript - Client UI)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F343F-420F-BF41-8997-4C68B5D7DA74}"/>
              </a:ext>
            </a:extLst>
          </p:cNvPr>
          <p:cNvSpPr/>
          <p:nvPr/>
        </p:nvSpPr>
        <p:spPr>
          <a:xfrm>
            <a:off x="2895600" y="2468880"/>
            <a:ext cx="548640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API Gateway Layer</a:t>
            </a:r>
          </a:p>
          <a:p>
            <a:r>
              <a:rPr dirty="0"/>
              <a:t>(NanoHTTPD Server - REST APIs)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3FC475-B1B8-F7BF-9971-05E64600D2D2}"/>
              </a:ext>
            </a:extLst>
          </p:cNvPr>
          <p:cNvSpPr/>
          <p:nvPr/>
        </p:nvSpPr>
        <p:spPr>
          <a:xfrm>
            <a:off x="2895600" y="3566160"/>
            <a:ext cx="5486400" cy="731520"/>
          </a:xfrm>
          <a:prstGeom prst="rect">
            <a:avLst/>
          </a:prstGeom>
          <a:solidFill>
            <a:srgbClr val="FFE4B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Application Layer</a:t>
            </a:r>
          </a:p>
          <a:p>
            <a:r>
              <a:rPr dirty="0"/>
              <a:t>(GameServer, GameState Controllers)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FACF2-358B-7393-102A-3EEF348C1610}"/>
              </a:ext>
            </a:extLst>
          </p:cNvPr>
          <p:cNvSpPr/>
          <p:nvPr/>
        </p:nvSpPr>
        <p:spPr>
          <a:xfrm>
            <a:off x="2895600" y="4663440"/>
            <a:ext cx="5486400" cy="731520"/>
          </a:xfrm>
          <a:prstGeom prst="rect">
            <a:avLst/>
          </a:prstGeom>
          <a:solidFill>
            <a:srgbClr val="FFB6C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Service/Logic Layer</a:t>
            </a:r>
          </a:p>
          <a:p>
            <a:r>
              <a:rPr dirty="0"/>
              <a:t>(Pirate, Sea Monster Strategies)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7B3929-0B8F-E5C9-3BF5-3A30602B9D52}"/>
              </a:ext>
            </a:extLst>
          </p:cNvPr>
          <p:cNvSpPr/>
          <p:nvPr/>
        </p:nvSpPr>
        <p:spPr>
          <a:xfrm>
            <a:off x="2895600" y="5760720"/>
            <a:ext cx="5486400" cy="731520"/>
          </a:xfrm>
          <a:prstGeom prst="rect">
            <a:avLst/>
          </a:prstGeom>
          <a:solidFill>
            <a:srgbClr val="DDA0D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Data Layer (Model)</a:t>
            </a:r>
          </a:p>
          <a:p>
            <a:r>
              <a:rPr dirty="0"/>
              <a:t>(OceanGrid, Ship Positions)</a:t>
            </a:r>
          </a:p>
        </p:txBody>
      </p:sp>
    </p:spTree>
    <p:extLst>
      <p:ext uri="{BB962C8B-B14F-4D97-AF65-F5344CB8AC3E}">
        <p14:creationId xmlns:p14="http://schemas.microsoft.com/office/powerpoint/2010/main" val="281894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F56FD-5644-A73E-A244-582571D4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A223A-5B03-E266-1906-B6E8C8961E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34C40E-033A-43A2-8D77-FF3127F3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45" y="753475"/>
            <a:ext cx="5684755" cy="1533191"/>
          </a:xfrm>
          <a:noFill/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Design patterns</a:t>
            </a:r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TextBox 3">
            <a:extLst>
              <a:ext uri="{FF2B5EF4-FFF2-40B4-BE49-F238E27FC236}">
                <a16:creationId xmlns:a16="http://schemas.microsoft.com/office/drawing/2014/main" id="{55089325-D42F-807C-1D4E-F8A1688731FC}"/>
              </a:ext>
            </a:extLst>
          </p:cNvPr>
          <p:cNvGraphicFramePr/>
          <p:nvPr/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950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6FB8D-6E0B-9328-DDF9-5330619C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DABB3-E1C9-A009-35EC-2638344559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EA3241-DE14-4C5D-3742-24F44ED6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820"/>
            <a:ext cx="4943060" cy="46382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 Singleton pattern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4CF86A-0ABD-D729-421B-1BE9BAE1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33" y="953149"/>
            <a:ext cx="5937956" cy="529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6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7D4F-3849-A49D-12BD-76446AEE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E539D-54A4-7A88-E4F3-306A76FAB9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-282202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B39CE34-85E2-A01C-31A1-0B75C854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9" y="622852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UML:Observer pattern</a:t>
            </a: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3FE3791-3667-B8B7-CAE5-7258A14A7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78" y="1534583"/>
            <a:ext cx="6057777" cy="480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4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5013-E9E4-7845-7730-F216CBC1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7F1F9-843E-8BD4-4696-AEE918E50C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172279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8F5983-54A2-4D55-7DA8-0B9139B7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9" y="622852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 Factory method</a:t>
            </a:r>
          </a:p>
        </p:txBody>
      </p:sp>
      <p:pic>
        <p:nvPicPr>
          <p:cNvPr id="10" name="Picture 9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A638189E-6AE7-8AD8-85E8-1ABC221FF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95" y="1530002"/>
            <a:ext cx="8673394" cy="423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18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041D-6447-F475-2AEE-E25EA2B6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8542D7-B86B-D35B-4037-40211F69BE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AFBEE06-8EBC-907C-0F0F-7AE3613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622852"/>
            <a:ext cx="5141843" cy="38431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 Decorator pattern</a:t>
            </a:r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CE1E263B-231B-7BD7-60BA-1DB5BAF88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65" y="1200149"/>
            <a:ext cx="5743346" cy="547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9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58FB-1DDF-087B-8359-4078D8730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F62A8F-FAB9-604D-BE87-EC17E52C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95CE23E-3D64-FDF9-BDF2-7FF9424F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9" y="622852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 STRategy pattern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B4CEE-389A-B46D-0F67-B6746977C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054" y="1454149"/>
            <a:ext cx="5778501" cy="434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4EF7-BFA4-1765-E02B-B9C4ACA3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4FA8AE-550F-8221-C08F-CEC111E401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172279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E340B2-07BE-B1CD-AF69-EBB53751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9" y="622852"/>
            <a:ext cx="5526156" cy="45057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Uml: Composite Pattern</a:t>
            </a:r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E71AC49-146E-EFE4-D894-8F6543331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967" y="1596781"/>
            <a:ext cx="7772400" cy="46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4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C620-4963-B176-833D-8939134E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F3363-450B-B84D-474B-A33DC105DE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39AB93-330B-7C1E-3432-914815CC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5043" y="64300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Outputs and videos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4F57AC-114C-5096-17EF-3907EE78F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78" y="709284"/>
            <a:ext cx="5962584" cy="40747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DD98D0-6F40-366F-3299-6F10BC405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50" y="2292626"/>
            <a:ext cx="5907372" cy="39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7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071F-15FA-44E1-D442-69CD820B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25F15-813C-8EDD-C9D5-8CF076657D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064BD8-93C6-9908-4618-5BD5860C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36" y="66266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Outputs and videos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838DD9-E060-79B9-AD69-C7FA4082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85" y="1007165"/>
            <a:ext cx="5650780" cy="4505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7037AB-0862-42D1-91AB-54EED8106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23" y="2756452"/>
            <a:ext cx="5420291" cy="344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50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2A55-FA2A-67F1-E4D2-7BF6E6BF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EAA01-30FC-6B47-04BD-1B746DBD6F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460378-CB5E-C8C6-33E0-0A2F3B32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7987" y="250319"/>
            <a:ext cx="4572000" cy="437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Sequence diagram</a:t>
            </a:r>
          </a:p>
        </p:txBody>
      </p:sp>
      <p:pic>
        <p:nvPicPr>
          <p:cNvPr id="7" name="Picture 6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E42D9234-10DB-00B6-2872-AC3286BD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16" y="937950"/>
            <a:ext cx="8703028" cy="563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0F726-AEC2-BD10-0B83-921C54DB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800B0-3CAB-B4FD-C7ED-C43B9FB51E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</a:blip>
          <a:srcRect t="23626" b="13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C0BCB10-4174-DD77-4B2B-FB113BF2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8" y="318052"/>
            <a:ext cx="5751442" cy="125160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 and q&amp;A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07AAC-FB78-FB53-ECA9-F79FFB94C185}"/>
              </a:ext>
            </a:extLst>
          </p:cNvPr>
          <p:cNvSpPr txBox="1"/>
          <p:nvPr/>
        </p:nvSpPr>
        <p:spPr>
          <a:xfrm>
            <a:off x="752168" y="2136338"/>
            <a:ext cx="87900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Columbus Game backend showcases effective use of object-oriented design patterns to achieve a modular and maintainable architecture. Key patterns like Strategy, Observer, Factory, Singleton, and Composite are integrated to minimize coupling and improve extensibility. For example, the Observer pattern allows </a:t>
            </a:r>
            <a:r>
              <a:rPr lang="en-US" sz="2400" dirty="0" err="1">
                <a:solidFill>
                  <a:schemeClr val="bg1"/>
                </a:solidFill>
              </a:rPr>
              <a:t>PirateShips</a:t>
            </a:r>
            <a:r>
              <a:rPr lang="en-US" sz="2400" dirty="0">
                <a:solidFill>
                  <a:schemeClr val="bg1"/>
                </a:solidFill>
              </a:rPr>
              <a:t> to respond to </a:t>
            </a:r>
            <a:r>
              <a:rPr lang="en-US" sz="2400" dirty="0" err="1">
                <a:solidFill>
                  <a:schemeClr val="bg1"/>
                </a:solidFill>
              </a:rPr>
              <a:t>ColumbusShip</a:t>
            </a:r>
            <a:r>
              <a:rPr lang="en-US" sz="2400" dirty="0">
                <a:solidFill>
                  <a:schemeClr val="bg1"/>
                </a:solidFill>
              </a:rPr>
              <a:t> movements without direct dependency, while the Factory pattern simplifies the creation of different monster types. Centralizing game logic in a Singleton GameState enables consistent state management across the game. These patterns collectively support scalability, easy feature additions, and a clean separation of concerns—making the system robust and adaptable.</a:t>
            </a:r>
          </a:p>
        </p:txBody>
      </p:sp>
    </p:spTree>
    <p:extLst>
      <p:ext uri="{BB962C8B-B14F-4D97-AF65-F5344CB8AC3E}">
        <p14:creationId xmlns:p14="http://schemas.microsoft.com/office/powerpoint/2010/main" val="1952543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AF0B4-8106-FB31-1220-1656E9B29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7321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3299</TotalTime>
  <Words>350</Words>
  <Application>Microsoft Office PowerPoint</Application>
  <PresentationFormat>Widescreen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Gill Sans MT</vt:lpstr>
      <vt:lpstr>Parcel</vt:lpstr>
      <vt:lpstr>PowerPoint Presentation</vt:lpstr>
      <vt:lpstr>Abstract </vt:lpstr>
      <vt:lpstr>Software Requirements </vt:lpstr>
      <vt:lpstr>FRONTend and backend tools </vt:lpstr>
      <vt:lpstr>Improved Architecture (Industrial Standard</vt:lpstr>
      <vt:lpstr>Design patterns</vt:lpstr>
      <vt:lpstr>UML: Singleton pattern</vt:lpstr>
      <vt:lpstr>UML:Observer pattern</vt:lpstr>
      <vt:lpstr>UML: Factory method</vt:lpstr>
      <vt:lpstr>UML: Decorator pattern</vt:lpstr>
      <vt:lpstr>UML: STRategy pattern</vt:lpstr>
      <vt:lpstr>Uml: Composite Pattern</vt:lpstr>
      <vt:lpstr>Outputs and videos</vt:lpstr>
      <vt:lpstr>Outputs and videos</vt:lpstr>
      <vt:lpstr>Sequence diagram</vt:lpstr>
      <vt:lpstr>Conclusion and 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neelalavanya50@gmail.com</dc:creator>
  <cp:lastModifiedBy>Lavanya Neela</cp:lastModifiedBy>
  <cp:revision>4</cp:revision>
  <dcterms:created xsi:type="dcterms:W3CDTF">2025-04-30T00:11:42Z</dcterms:created>
  <dcterms:modified xsi:type="dcterms:W3CDTF">2025-05-02T07:23:40Z</dcterms:modified>
</cp:coreProperties>
</file>